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22"/>
  </p:notesMasterIdLst>
  <p:sldIdLst>
    <p:sldId id="256" r:id="rId2"/>
    <p:sldId id="352" r:id="rId3"/>
    <p:sldId id="382" r:id="rId4"/>
    <p:sldId id="396" r:id="rId5"/>
    <p:sldId id="316" r:id="rId6"/>
    <p:sldId id="388" r:id="rId7"/>
    <p:sldId id="389" r:id="rId8"/>
    <p:sldId id="390" r:id="rId9"/>
    <p:sldId id="391" r:id="rId10"/>
    <p:sldId id="394" r:id="rId11"/>
    <p:sldId id="393" r:id="rId12"/>
    <p:sldId id="392" r:id="rId13"/>
    <p:sldId id="275" r:id="rId14"/>
    <p:sldId id="304" r:id="rId15"/>
    <p:sldId id="289" r:id="rId16"/>
    <p:sldId id="290" r:id="rId17"/>
    <p:sldId id="383" r:id="rId18"/>
    <p:sldId id="395" r:id="rId19"/>
    <p:sldId id="361" r:id="rId20"/>
    <p:sldId id="351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2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8EE285-EE94-4FB0-A8E5-42D9E2D1414B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3F50B99-0463-4D17-8F1E-3AA65EC98563}">
      <dgm:prSet custT="1"/>
      <dgm:spPr/>
      <dgm:t>
        <a:bodyPr/>
        <a:lstStyle/>
        <a:p>
          <a:r>
            <a:rPr lang="de-DE" sz="6600" dirty="0"/>
            <a:t>Franz jagt im komplett verwahrlosten Taxi quer durch Bayern.</a:t>
          </a:r>
          <a:endParaRPr lang="en-US" sz="6600" dirty="0"/>
        </a:p>
      </dgm:t>
    </dgm:pt>
    <dgm:pt modelId="{4BFE1055-C1FE-418F-924C-0BE48798D665}" type="parTrans" cxnId="{58C30E90-833A-4C39-ACDC-F32EEFB767EE}">
      <dgm:prSet/>
      <dgm:spPr/>
      <dgm:t>
        <a:bodyPr/>
        <a:lstStyle/>
        <a:p>
          <a:endParaRPr lang="en-US"/>
        </a:p>
      </dgm:t>
    </dgm:pt>
    <dgm:pt modelId="{DEA94020-7A3F-45F8-A3FA-B9A71AAFD546}" type="sibTrans" cxnId="{58C30E90-833A-4C39-ACDC-F32EEFB767EE}">
      <dgm:prSet/>
      <dgm:spPr/>
      <dgm:t>
        <a:bodyPr/>
        <a:lstStyle/>
        <a:p>
          <a:endParaRPr lang="en-US"/>
        </a:p>
      </dgm:t>
    </dgm:pt>
    <dgm:pt modelId="{70952E09-2F19-44C0-995C-EEB8C32CDBBC}">
      <dgm:prSet custT="1"/>
      <dgm:spPr/>
      <dgm:t>
        <a:bodyPr/>
        <a:lstStyle/>
        <a:p>
          <a:r>
            <a:rPr lang="de-DE" sz="6600" dirty="0" err="1"/>
            <a:t>franzjagtimkomplettverwahrlostentaxiquerdurchbayern</a:t>
          </a:r>
          <a:r>
            <a:rPr lang="de-DE" sz="6600" dirty="0"/>
            <a:t>.</a:t>
          </a:r>
          <a:endParaRPr lang="en-US" sz="6600" dirty="0"/>
        </a:p>
      </dgm:t>
    </dgm:pt>
    <dgm:pt modelId="{00E05786-4CA3-4A22-891C-9EE45B8C2E19}" type="parTrans" cxnId="{E0103F03-3554-4ACF-8F2E-F4E6482F782F}">
      <dgm:prSet/>
      <dgm:spPr/>
      <dgm:t>
        <a:bodyPr/>
        <a:lstStyle/>
        <a:p>
          <a:endParaRPr lang="en-US"/>
        </a:p>
      </dgm:t>
    </dgm:pt>
    <dgm:pt modelId="{CAF1A121-0969-4B3F-BD57-C103FE7AF3A2}" type="sibTrans" cxnId="{E0103F03-3554-4ACF-8F2E-F4E6482F782F}">
      <dgm:prSet/>
      <dgm:spPr/>
      <dgm:t>
        <a:bodyPr/>
        <a:lstStyle/>
        <a:p>
          <a:endParaRPr lang="en-US"/>
        </a:p>
      </dgm:t>
    </dgm:pt>
    <dgm:pt modelId="{16197CCD-0540-A749-9DFF-29CAA12C6463}" type="pres">
      <dgm:prSet presAssocID="{0D8EE285-EE94-4FB0-A8E5-42D9E2D1414B}" presName="vert0" presStyleCnt="0">
        <dgm:presLayoutVars>
          <dgm:dir/>
          <dgm:animOne val="branch"/>
          <dgm:animLvl val="lvl"/>
        </dgm:presLayoutVars>
      </dgm:prSet>
      <dgm:spPr/>
    </dgm:pt>
    <dgm:pt modelId="{6CD929D5-CFDF-924F-BF2F-8EB77FDB35C5}" type="pres">
      <dgm:prSet presAssocID="{70952E09-2F19-44C0-995C-EEB8C32CDBBC}" presName="thickLine" presStyleLbl="alignNode1" presStyleIdx="0" presStyleCnt="2"/>
      <dgm:spPr/>
    </dgm:pt>
    <dgm:pt modelId="{E902E7BD-B153-5C4D-8D2C-FC6636EEF265}" type="pres">
      <dgm:prSet presAssocID="{70952E09-2F19-44C0-995C-EEB8C32CDBBC}" presName="horz1" presStyleCnt="0"/>
      <dgm:spPr/>
    </dgm:pt>
    <dgm:pt modelId="{82ACD1E1-8F41-724C-96CD-19BBDDD72FC8}" type="pres">
      <dgm:prSet presAssocID="{70952E09-2F19-44C0-995C-EEB8C32CDBBC}" presName="tx1" presStyleLbl="revTx" presStyleIdx="0" presStyleCnt="2"/>
      <dgm:spPr/>
    </dgm:pt>
    <dgm:pt modelId="{B7B25B58-A3EC-FA49-95A4-8AF8457D332F}" type="pres">
      <dgm:prSet presAssocID="{70952E09-2F19-44C0-995C-EEB8C32CDBBC}" presName="vert1" presStyleCnt="0"/>
      <dgm:spPr/>
    </dgm:pt>
    <dgm:pt modelId="{AF09D4ED-A21E-F44F-879F-C1B85DDDA3CC}" type="pres">
      <dgm:prSet presAssocID="{E3F50B99-0463-4D17-8F1E-3AA65EC98563}" presName="thickLine" presStyleLbl="alignNode1" presStyleIdx="1" presStyleCnt="2"/>
      <dgm:spPr/>
    </dgm:pt>
    <dgm:pt modelId="{40F19BFB-29C8-AC44-909D-3A786558C438}" type="pres">
      <dgm:prSet presAssocID="{E3F50B99-0463-4D17-8F1E-3AA65EC98563}" presName="horz1" presStyleCnt="0"/>
      <dgm:spPr/>
    </dgm:pt>
    <dgm:pt modelId="{19C0C22E-3F5B-5741-8462-6A0D1EA8BFE6}" type="pres">
      <dgm:prSet presAssocID="{E3F50B99-0463-4D17-8F1E-3AA65EC98563}" presName="tx1" presStyleLbl="revTx" presStyleIdx="1" presStyleCnt="2"/>
      <dgm:spPr/>
    </dgm:pt>
    <dgm:pt modelId="{508133E1-EFD7-8D42-823B-E36474F30D69}" type="pres">
      <dgm:prSet presAssocID="{E3F50B99-0463-4D17-8F1E-3AA65EC98563}" presName="vert1" presStyleCnt="0"/>
      <dgm:spPr/>
    </dgm:pt>
  </dgm:ptLst>
  <dgm:cxnLst>
    <dgm:cxn modelId="{E0103F03-3554-4ACF-8F2E-F4E6482F782F}" srcId="{0D8EE285-EE94-4FB0-A8E5-42D9E2D1414B}" destId="{70952E09-2F19-44C0-995C-EEB8C32CDBBC}" srcOrd="0" destOrd="0" parTransId="{00E05786-4CA3-4A22-891C-9EE45B8C2E19}" sibTransId="{CAF1A121-0969-4B3F-BD57-C103FE7AF3A2}"/>
    <dgm:cxn modelId="{0AB5D72B-F49E-CD4F-B1D0-C23D0C92ECB7}" type="presOf" srcId="{0D8EE285-EE94-4FB0-A8E5-42D9E2D1414B}" destId="{16197CCD-0540-A749-9DFF-29CAA12C6463}" srcOrd="0" destOrd="0" presId="urn:microsoft.com/office/officeart/2008/layout/LinedList"/>
    <dgm:cxn modelId="{48FC6A59-2058-F645-A88F-98C542407527}" type="presOf" srcId="{70952E09-2F19-44C0-995C-EEB8C32CDBBC}" destId="{82ACD1E1-8F41-724C-96CD-19BBDDD72FC8}" srcOrd="0" destOrd="0" presId="urn:microsoft.com/office/officeart/2008/layout/LinedList"/>
    <dgm:cxn modelId="{58C30E90-833A-4C39-ACDC-F32EEFB767EE}" srcId="{0D8EE285-EE94-4FB0-A8E5-42D9E2D1414B}" destId="{E3F50B99-0463-4D17-8F1E-3AA65EC98563}" srcOrd="1" destOrd="0" parTransId="{4BFE1055-C1FE-418F-924C-0BE48798D665}" sibTransId="{DEA94020-7A3F-45F8-A3FA-B9A71AAFD546}"/>
    <dgm:cxn modelId="{1BA75DAA-D3BB-CF42-A834-360764415BB3}" type="presOf" srcId="{E3F50B99-0463-4D17-8F1E-3AA65EC98563}" destId="{19C0C22E-3F5B-5741-8462-6A0D1EA8BFE6}" srcOrd="0" destOrd="0" presId="urn:microsoft.com/office/officeart/2008/layout/LinedList"/>
    <dgm:cxn modelId="{4A96B4D8-B9DB-6945-A18A-51F1642E2FA0}" type="presParOf" srcId="{16197CCD-0540-A749-9DFF-29CAA12C6463}" destId="{6CD929D5-CFDF-924F-BF2F-8EB77FDB35C5}" srcOrd="0" destOrd="0" presId="urn:microsoft.com/office/officeart/2008/layout/LinedList"/>
    <dgm:cxn modelId="{960DAA20-24C6-1E44-998E-40DB71410043}" type="presParOf" srcId="{16197CCD-0540-A749-9DFF-29CAA12C6463}" destId="{E902E7BD-B153-5C4D-8D2C-FC6636EEF265}" srcOrd="1" destOrd="0" presId="urn:microsoft.com/office/officeart/2008/layout/LinedList"/>
    <dgm:cxn modelId="{47CEF005-095C-CD40-A3F9-05DE8D1BB457}" type="presParOf" srcId="{E902E7BD-B153-5C4D-8D2C-FC6636EEF265}" destId="{82ACD1E1-8F41-724C-96CD-19BBDDD72FC8}" srcOrd="0" destOrd="0" presId="urn:microsoft.com/office/officeart/2008/layout/LinedList"/>
    <dgm:cxn modelId="{D4E6ECD5-6B76-6D4C-828D-E8275D285ADD}" type="presParOf" srcId="{E902E7BD-B153-5C4D-8D2C-FC6636EEF265}" destId="{B7B25B58-A3EC-FA49-95A4-8AF8457D332F}" srcOrd="1" destOrd="0" presId="urn:microsoft.com/office/officeart/2008/layout/LinedList"/>
    <dgm:cxn modelId="{1CA1CB1B-460D-8A44-B5C4-028E654A6342}" type="presParOf" srcId="{16197CCD-0540-A749-9DFF-29CAA12C6463}" destId="{AF09D4ED-A21E-F44F-879F-C1B85DDDA3CC}" srcOrd="2" destOrd="0" presId="urn:microsoft.com/office/officeart/2008/layout/LinedList"/>
    <dgm:cxn modelId="{FA1DDE8E-C717-EA4B-BDE9-BF9F790F1CC4}" type="presParOf" srcId="{16197CCD-0540-A749-9DFF-29CAA12C6463}" destId="{40F19BFB-29C8-AC44-909D-3A786558C438}" srcOrd="3" destOrd="0" presId="urn:microsoft.com/office/officeart/2008/layout/LinedList"/>
    <dgm:cxn modelId="{59146F84-3B7B-DC4B-BE93-8E886E9F975C}" type="presParOf" srcId="{40F19BFB-29C8-AC44-909D-3A786558C438}" destId="{19C0C22E-3F5B-5741-8462-6A0D1EA8BFE6}" srcOrd="0" destOrd="0" presId="urn:microsoft.com/office/officeart/2008/layout/LinedList"/>
    <dgm:cxn modelId="{65073B43-7AED-1B49-8D9D-095336A84169}" type="presParOf" srcId="{40F19BFB-29C8-AC44-909D-3A786558C438}" destId="{508133E1-EFD7-8D42-823B-E36474F30D6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D929D5-CFDF-924F-BF2F-8EB77FDB35C5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CD1E1-8F41-724C-96CD-19BBDDD72FC8}">
      <dsp:nvSpPr>
        <dsp:cNvPr id="0" name=""/>
        <dsp:cNvSpPr/>
      </dsp:nvSpPr>
      <dsp:spPr>
        <a:xfrm>
          <a:off x="0" y="0"/>
          <a:ext cx="690051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460" tIns="251460" rIns="251460" bIns="251460" numCol="1" spcCol="1270" anchor="t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6600" kern="1200" dirty="0" err="1"/>
            <a:t>franzjagtimkomplettverwahrlostentaxiquerdurchbayern</a:t>
          </a:r>
          <a:r>
            <a:rPr lang="de-DE" sz="6600" kern="1200" dirty="0"/>
            <a:t>.</a:t>
          </a:r>
          <a:endParaRPr lang="en-US" sz="6600" kern="1200" dirty="0"/>
        </a:p>
      </dsp:txBody>
      <dsp:txXfrm>
        <a:off x="0" y="0"/>
        <a:ext cx="6900512" cy="2768070"/>
      </dsp:txXfrm>
    </dsp:sp>
    <dsp:sp modelId="{AF09D4ED-A21E-F44F-879F-C1B85DDDA3CC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C0C22E-3F5B-5741-8462-6A0D1EA8BFE6}">
      <dsp:nvSpPr>
        <dsp:cNvPr id="0" name=""/>
        <dsp:cNvSpPr/>
      </dsp:nvSpPr>
      <dsp:spPr>
        <a:xfrm>
          <a:off x="0" y="2768070"/>
          <a:ext cx="690051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460" tIns="251460" rIns="251460" bIns="251460" numCol="1" spcCol="1270" anchor="t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6600" kern="1200" dirty="0"/>
            <a:t>Franz jagt im komplett verwahrlosten Taxi quer durch Bayern.</a:t>
          </a:r>
          <a:endParaRPr lang="en-US" sz="6600" kern="1200" dirty="0"/>
        </a:p>
      </dsp:txBody>
      <dsp:txXfrm>
        <a:off x="0" y="2768070"/>
        <a:ext cx="6900512" cy="27680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AF9B9C-B0B8-044A-B253-43F0AF84BC18}" type="datetimeFigureOut">
              <a:rPr lang="de-DE" smtClean="0"/>
              <a:t>14.11.23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FBACA2-9905-E34E-98F1-4712F6B09F4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5041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62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266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55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455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471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‹Nr.›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407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79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731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86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377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49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11/14/23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6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mailto:gregor@kidslab.de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06D62A2-ECA3-4A1D-B1BB-F2659EAF0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3B8A697-7BF2-9440-B566-CA2494A533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4" y="5706672"/>
            <a:ext cx="10909640" cy="90497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de-DE" sz="6000" dirty="0"/>
              <a:t>Schön, dass Du da bist!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BD716D9-AADB-A44F-9345-4B59DB0BE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77017"/>
            <a:ext cx="10909643" cy="552659"/>
          </a:xfrm>
        </p:spPr>
        <p:txBody>
          <a:bodyPr anchor="ctr">
            <a:normAutofit/>
          </a:bodyPr>
          <a:lstStyle/>
          <a:p>
            <a:pPr algn="ctr"/>
            <a:endParaRPr lang="de-DE" sz="2400"/>
          </a:p>
        </p:txBody>
      </p:sp>
      <p:pic>
        <p:nvPicPr>
          <p:cNvPr id="5" name="Grafik 4" descr="Ein Bild, das Zeichnung enthält.&#10;&#10;Automatisch generierte Beschreibung">
            <a:extLst>
              <a:ext uri="{FF2B5EF4-FFF2-40B4-BE49-F238E27FC236}">
                <a16:creationId xmlns:a16="http://schemas.microsoft.com/office/drawing/2014/main" id="{A26E984D-3C32-2940-8B91-AADE3EDAA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41" y="2748582"/>
            <a:ext cx="11548872" cy="2627369"/>
          </a:xfrm>
          <a:prstGeom prst="rect">
            <a:avLst/>
          </a:prstGeom>
        </p:spPr>
      </p:pic>
      <p:sp>
        <p:nvSpPr>
          <p:cNvPr id="6" name="Ovale Legende 5">
            <a:extLst>
              <a:ext uri="{FF2B5EF4-FFF2-40B4-BE49-F238E27FC236}">
                <a16:creationId xmlns:a16="http://schemas.microsoft.com/office/drawing/2014/main" id="{85A17B2A-E631-074F-9A08-743080218ABE}"/>
              </a:ext>
            </a:extLst>
          </p:cNvPr>
          <p:cNvSpPr/>
          <p:nvPr/>
        </p:nvSpPr>
        <p:spPr>
          <a:xfrm flipH="1">
            <a:off x="815657" y="1160315"/>
            <a:ext cx="3396342" cy="1635419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b="1" dirty="0"/>
              <a:t>Ja, der Server ist ja noch gar nicht an?!?</a:t>
            </a:r>
          </a:p>
        </p:txBody>
      </p:sp>
      <p:sp>
        <p:nvSpPr>
          <p:cNvPr id="7" name="Ovale Legende 6">
            <a:extLst>
              <a:ext uri="{FF2B5EF4-FFF2-40B4-BE49-F238E27FC236}">
                <a16:creationId xmlns:a16="http://schemas.microsoft.com/office/drawing/2014/main" id="{FCB9ED0A-74D8-994B-9E4A-587B35B026EF}"/>
              </a:ext>
            </a:extLst>
          </p:cNvPr>
          <p:cNvSpPr/>
          <p:nvPr/>
        </p:nvSpPr>
        <p:spPr>
          <a:xfrm>
            <a:off x="4095087" y="60636"/>
            <a:ext cx="5218730" cy="2199358"/>
          </a:xfrm>
          <a:prstGeom prst="wedgeEllipseCallou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600" b="1" dirty="0"/>
              <a:t>Ja, richtig </a:t>
            </a:r>
            <a:r>
              <a:rPr lang="de-DE" sz="3600" b="1" dirty="0">
                <a:sym typeface="Wingdings" pitchFamily="2" charset="2"/>
              </a:rPr>
              <a:t></a:t>
            </a:r>
          </a:p>
          <a:p>
            <a:pPr algn="ctr"/>
            <a:r>
              <a:rPr lang="de-DE" sz="3600" b="1" dirty="0">
                <a:sym typeface="Wingdings" pitchFamily="2" charset="2"/>
              </a:rPr>
              <a:t>Erst 15 Minuten zuhören – und dann legen wir in Minecraft los!</a:t>
            </a:r>
            <a:endParaRPr lang="de-DE" sz="3600" b="1" dirty="0"/>
          </a:p>
        </p:txBody>
      </p:sp>
      <p:sp>
        <p:nvSpPr>
          <p:cNvPr id="8" name="Wolkenförmige Legende 7">
            <a:extLst>
              <a:ext uri="{FF2B5EF4-FFF2-40B4-BE49-F238E27FC236}">
                <a16:creationId xmlns:a16="http://schemas.microsoft.com/office/drawing/2014/main" id="{3765ED97-A5B2-2546-B6BE-F5730D63331F}"/>
              </a:ext>
            </a:extLst>
          </p:cNvPr>
          <p:cNvSpPr/>
          <p:nvPr/>
        </p:nvSpPr>
        <p:spPr>
          <a:xfrm>
            <a:off x="9444446" y="1412377"/>
            <a:ext cx="2104078" cy="1383357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 err="1"/>
              <a:t>Grrr</a:t>
            </a:r>
            <a:r>
              <a:rPr lang="de-DE" sz="4000" dirty="0"/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3292542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7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4657DCC-B649-0443-A689-4CB01458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5600"/>
              <a:t>Was machen wir?</a:t>
            </a:r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5EA9FE"/>
          </a:solidFill>
          <a:ln w="38100" cap="rnd">
            <a:solidFill>
              <a:srgbClr val="5EA9FE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BB3300-42E0-344B-ADED-65C25F084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969818"/>
          </a:xfrm>
        </p:spPr>
        <p:txBody>
          <a:bodyPr>
            <a:normAutofit/>
          </a:bodyPr>
          <a:lstStyle/>
          <a:p>
            <a:r>
              <a:rPr lang="de-DE" sz="4000" b="1" dirty="0"/>
              <a:t>Kurze Wiederholung…</a:t>
            </a:r>
          </a:p>
          <a:p>
            <a:r>
              <a:rPr lang="de-DE" sz="4000" b="1" dirty="0"/>
              <a:t>Wenn-Dann – Teil 1</a:t>
            </a:r>
            <a:endParaRPr lang="de-DE" sz="3200" b="1" dirty="0"/>
          </a:p>
          <a:p>
            <a:pPr marL="0" indent="0">
              <a:buNone/>
            </a:pPr>
            <a:r>
              <a:rPr lang="de-DE" sz="4000" b="1" dirty="0"/>
              <a:t>	Fragen nach dem Erklären…</a:t>
            </a:r>
          </a:p>
          <a:p>
            <a:r>
              <a:rPr lang="de-DE" sz="4000" b="1" dirty="0"/>
              <a:t>Gruppenräume &amp; Ernten!</a:t>
            </a:r>
          </a:p>
          <a:p>
            <a:r>
              <a:rPr lang="de-DE" sz="4000" b="1" dirty="0"/>
              <a:t>Nicht alles verstanden? -&gt; </a:t>
            </a:r>
            <a:r>
              <a:rPr lang="de-DE" sz="3600" b="1" dirty="0"/>
              <a:t>Video mit allen Infos</a:t>
            </a:r>
          </a:p>
          <a:p>
            <a:pPr marL="0" indent="0">
              <a:buNone/>
            </a:pPr>
            <a:endParaRPr lang="de-DE" sz="4000" dirty="0"/>
          </a:p>
          <a:p>
            <a:endParaRPr lang="de-DE" sz="4000" dirty="0"/>
          </a:p>
          <a:p>
            <a:endParaRPr lang="de-DE" sz="4000" dirty="0"/>
          </a:p>
        </p:txBody>
      </p:sp>
      <p:pic>
        <p:nvPicPr>
          <p:cNvPr id="7" name="Grafik 6" descr="Ein Bild, das Text, Himmel, Schild enthält.&#10;&#10;Automatisch generierte Beschreibung">
            <a:extLst>
              <a:ext uri="{FF2B5EF4-FFF2-40B4-BE49-F238E27FC236}">
                <a16:creationId xmlns:a16="http://schemas.microsoft.com/office/drawing/2014/main" id="{73C50834-08F2-9744-8E10-8784C66A38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19726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94842B0-684D-44CC-B4BC-D13331CF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4657DCC-B649-0443-A689-4CB01458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de-DE" sz="7200" dirty="0"/>
              <a:t>Probleme?</a:t>
            </a:r>
          </a:p>
        </p:txBody>
      </p:sp>
      <p:sp>
        <p:nvSpPr>
          <p:cNvPr id="13" name="sketchy rul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82C1FD"/>
          </a:solidFill>
          <a:ln w="38100" cap="rnd">
            <a:solidFill>
              <a:srgbClr val="82C1F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BB3300-42E0-344B-ADED-65C25F084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 fontScale="92500"/>
          </a:bodyPr>
          <a:lstStyle/>
          <a:p>
            <a:r>
              <a:rPr lang="de-DE" sz="5400" dirty="0"/>
              <a:t>Da kannst nichts hören? Bitte die Webseite mit der Video-Konferenz neu laden.</a:t>
            </a:r>
          </a:p>
          <a:p>
            <a:r>
              <a:rPr lang="de-DE" sz="5400" b="1" dirty="0"/>
              <a:t>Eingesperrt </a:t>
            </a:r>
            <a:r>
              <a:rPr lang="de-DE" sz="5400" b="1" dirty="0" err="1"/>
              <a:t>etc</a:t>
            </a:r>
            <a:r>
              <a:rPr lang="de-DE" sz="5400" b="1" dirty="0"/>
              <a:t>? NEU Verbinden?</a:t>
            </a:r>
          </a:p>
          <a:p>
            <a:pPr marL="0" indent="0">
              <a:buNone/>
            </a:pPr>
            <a:endParaRPr lang="de-DE" sz="5400" dirty="0"/>
          </a:p>
          <a:p>
            <a:endParaRPr lang="de-DE" sz="5400" dirty="0"/>
          </a:p>
          <a:p>
            <a:endParaRPr lang="de-DE" sz="5400" dirty="0"/>
          </a:p>
        </p:txBody>
      </p:sp>
      <p:pic>
        <p:nvPicPr>
          <p:cNvPr id="6" name="Grafik 5" descr="Ein Bild, das Text, Elektronik, Anzeige, Computer enthält.&#10;&#10;Automatisch generierte Beschreibung">
            <a:extLst>
              <a:ext uri="{FF2B5EF4-FFF2-40B4-BE49-F238E27FC236}">
                <a16:creationId xmlns:a16="http://schemas.microsoft.com/office/drawing/2014/main" id="{846E0282-FF67-1743-A4CA-E13AB0DD98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19836" y="1011767"/>
            <a:ext cx="4930843" cy="4834466"/>
          </a:xfrm>
          <a:custGeom>
            <a:avLst/>
            <a:gdLst/>
            <a:ahLst/>
            <a:cxnLst/>
            <a:rect l="l" t="t" r="r" b="b"/>
            <a:pathLst>
              <a:path w="4047645" h="2495811">
                <a:moveTo>
                  <a:pt x="2441891" y="4"/>
                </a:moveTo>
                <a:cubicBezTo>
                  <a:pt x="2489381" y="-78"/>
                  <a:pt x="2536882" y="1163"/>
                  <a:pt x="2584383" y="4428"/>
                </a:cubicBezTo>
                <a:cubicBezTo>
                  <a:pt x="2744314" y="17813"/>
                  <a:pt x="2904989" y="21079"/>
                  <a:pt x="3065367" y="14222"/>
                </a:cubicBezTo>
                <a:cubicBezTo>
                  <a:pt x="3194244" y="5694"/>
                  <a:pt x="3323514" y="4206"/>
                  <a:pt x="3452568" y="9782"/>
                </a:cubicBezTo>
                <a:cubicBezTo>
                  <a:pt x="3572813" y="16442"/>
                  <a:pt x="3693059" y="23233"/>
                  <a:pt x="3813712" y="19315"/>
                </a:cubicBezTo>
                <a:cubicBezTo>
                  <a:pt x="3861755" y="17748"/>
                  <a:pt x="3909121" y="15789"/>
                  <a:pt x="3956758" y="13177"/>
                </a:cubicBezTo>
                <a:lnTo>
                  <a:pt x="4047645" y="9696"/>
                </a:lnTo>
                <a:lnTo>
                  <a:pt x="4047645" y="2495811"/>
                </a:lnTo>
                <a:lnTo>
                  <a:pt x="28177" y="2495811"/>
                </a:lnTo>
                <a:lnTo>
                  <a:pt x="28782" y="2485852"/>
                </a:lnTo>
                <a:cubicBezTo>
                  <a:pt x="31911" y="2365446"/>
                  <a:pt x="35027" y="2245002"/>
                  <a:pt x="38157" y="2124521"/>
                </a:cubicBezTo>
                <a:cubicBezTo>
                  <a:pt x="38284" y="2119444"/>
                  <a:pt x="39171" y="2114494"/>
                  <a:pt x="39171" y="2109417"/>
                </a:cubicBezTo>
                <a:cubicBezTo>
                  <a:pt x="48166" y="1995573"/>
                  <a:pt x="53107" y="1881729"/>
                  <a:pt x="18899" y="1770550"/>
                </a:cubicBezTo>
                <a:cubicBezTo>
                  <a:pt x="15871" y="1760104"/>
                  <a:pt x="14262" y="1749304"/>
                  <a:pt x="14084" y="1738440"/>
                </a:cubicBezTo>
                <a:cubicBezTo>
                  <a:pt x="12413" y="1641514"/>
                  <a:pt x="16644" y="1544587"/>
                  <a:pt x="26754" y="1448181"/>
                </a:cubicBezTo>
                <a:cubicBezTo>
                  <a:pt x="31949" y="1389038"/>
                  <a:pt x="26754" y="1329006"/>
                  <a:pt x="43478" y="1270498"/>
                </a:cubicBezTo>
                <a:cubicBezTo>
                  <a:pt x="50864" y="1241421"/>
                  <a:pt x="55109" y="1211634"/>
                  <a:pt x="56147" y="1181656"/>
                </a:cubicBezTo>
                <a:cubicBezTo>
                  <a:pt x="59948" y="1109060"/>
                  <a:pt x="38537" y="1040779"/>
                  <a:pt x="18139" y="972244"/>
                </a:cubicBezTo>
                <a:cubicBezTo>
                  <a:pt x="7370" y="935945"/>
                  <a:pt x="-5426" y="898886"/>
                  <a:pt x="2429" y="860811"/>
                </a:cubicBezTo>
                <a:cubicBezTo>
                  <a:pt x="16707" y="802251"/>
                  <a:pt x="24854" y="742359"/>
                  <a:pt x="26754" y="682112"/>
                </a:cubicBezTo>
                <a:cubicBezTo>
                  <a:pt x="26754" y="639468"/>
                  <a:pt x="16365" y="597712"/>
                  <a:pt x="20039" y="555195"/>
                </a:cubicBezTo>
                <a:cubicBezTo>
                  <a:pt x="28211" y="472712"/>
                  <a:pt x="30238" y="389734"/>
                  <a:pt x="26121" y="306946"/>
                </a:cubicBezTo>
                <a:cubicBezTo>
                  <a:pt x="26095" y="273846"/>
                  <a:pt x="29846" y="240848"/>
                  <a:pt x="37270" y="208585"/>
                </a:cubicBezTo>
                <a:cubicBezTo>
                  <a:pt x="46506" y="151651"/>
                  <a:pt x="48419" y="93777"/>
                  <a:pt x="42971" y="36360"/>
                </a:cubicBezTo>
                <a:lnTo>
                  <a:pt x="38853" y="8429"/>
                </a:lnTo>
                <a:lnTo>
                  <a:pt x="56649" y="7824"/>
                </a:lnTo>
                <a:cubicBezTo>
                  <a:pt x="210497" y="-156"/>
                  <a:pt x="364754" y="3162"/>
                  <a:pt x="518087" y="17748"/>
                </a:cubicBezTo>
                <a:cubicBezTo>
                  <a:pt x="626567" y="25440"/>
                  <a:pt x="735534" y="24213"/>
                  <a:pt x="843809" y="14092"/>
                </a:cubicBezTo>
                <a:cubicBezTo>
                  <a:pt x="1042499" y="-1711"/>
                  <a:pt x="1240782" y="10958"/>
                  <a:pt x="1439065" y="21666"/>
                </a:cubicBezTo>
                <a:cubicBezTo>
                  <a:pt x="1631105" y="32113"/>
                  <a:pt x="1823010" y="24408"/>
                  <a:pt x="2015050" y="17487"/>
                </a:cubicBezTo>
                <a:cubicBezTo>
                  <a:pt x="2157045" y="12394"/>
                  <a:pt x="2299420" y="249"/>
                  <a:pt x="2441891" y="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98738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94842B0-684D-44CC-B4BC-D13331CF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4657DCC-B649-0443-A689-4CB01458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de-DE" sz="7200" dirty="0"/>
              <a:t>Regeln</a:t>
            </a:r>
          </a:p>
        </p:txBody>
      </p:sp>
      <p:sp>
        <p:nvSpPr>
          <p:cNvPr id="13" name="sketchy rul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82C1FD"/>
          </a:solidFill>
          <a:ln w="38100" cap="rnd">
            <a:solidFill>
              <a:srgbClr val="82C1FD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BB3300-42E0-344B-ADED-65C25F084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 fontScale="92500"/>
          </a:bodyPr>
          <a:lstStyle/>
          <a:p>
            <a:pPr marL="914400" indent="-914400">
              <a:buAutoNum type="arabicPeriod"/>
            </a:pPr>
            <a:r>
              <a:rPr lang="de-DE" sz="5400" dirty="0"/>
              <a:t>Wenn einer redet, hören alle zu</a:t>
            </a:r>
          </a:p>
          <a:p>
            <a:pPr marL="914400" indent="-914400">
              <a:buAutoNum type="arabicPeriod"/>
            </a:pPr>
            <a:r>
              <a:rPr lang="de-DE" sz="5400" dirty="0"/>
              <a:t>Bitte melden, wenn ihr was sagen wollt</a:t>
            </a:r>
          </a:p>
          <a:p>
            <a:pPr marL="914400" indent="-914400">
              <a:buAutoNum type="arabicPeriod"/>
            </a:pPr>
            <a:r>
              <a:rPr lang="de-DE" sz="5400" dirty="0"/>
              <a:t>Zusammen arbeiten – kein </a:t>
            </a:r>
            <a:r>
              <a:rPr lang="de-DE" sz="5400" dirty="0" err="1"/>
              <a:t>Griefing</a:t>
            </a:r>
            <a:r>
              <a:rPr lang="de-DE" sz="5400" dirty="0"/>
              <a:t>!</a:t>
            </a:r>
          </a:p>
        </p:txBody>
      </p:sp>
      <p:pic>
        <p:nvPicPr>
          <p:cNvPr id="6" name="Grafik 5" descr="Ein Bild, das Text, Elektronik, Anzeige, Computer enthält.&#10;&#10;Automatisch generierte Beschreibung">
            <a:extLst>
              <a:ext uri="{FF2B5EF4-FFF2-40B4-BE49-F238E27FC236}">
                <a16:creationId xmlns:a16="http://schemas.microsoft.com/office/drawing/2014/main" id="{846E0282-FF67-1743-A4CA-E13AB0DD98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19836" y="1011767"/>
            <a:ext cx="4930843" cy="4834466"/>
          </a:xfrm>
          <a:custGeom>
            <a:avLst/>
            <a:gdLst/>
            <a:ahLst/>
            <a:cxnLst/>
            <a:rect l="l" t="t" r="r" b="b"/>
            <a:pathLst>
              <a:path w="4047645" h="2495811">
                <a:moveTo>
                  <a:pt x="2441891" y="4"/>
                </a:moveTo>
                <a:cubicBezTo>
                  <a:pt x="2489381" y="-78"/>
                  <a:pt x="2536882" y="1163"/>
                  <a:pt x="2584383" y="4428"/>
                </a:cubicBezTo>
                <a:cubicBezTo>
                  <a:pt x="2744314" y="17813"/>
                  <a:pt x="2904989" y="21079"/>
                  <a:pt x="3065367" y="14222"/>
                </a:cubicBezTo>
                <a:cubicBezTo>
                  <a:pt x="3194244" y="5694"/>
                  <a:pt x="3323514" y="4206"/>
                  <a:pt x="3452568" y="9782"/>
                </a:cubicBezTo>
                <a:cubicBezTo>
                  <a:pt x="3572813" y="16442"/>
                  <a:pt x="3693059" y="23233"/>
                  <a:pt x="3813712" y="19315"/>
                </a:cubicBezTo>
                <a:cubicBezTo>
                  <a:pt x="3861755" y="17748"/>
                  <a:pt x="3909121" y="15789"/>
                  <a:pt x="3956758" y="13177"/>
                </a:cubicBezTo>
                <a:lnTo>
                  <a:pt x="4047645" y="9696"/>
                </a:lnTo>
                <a:lnTo>
                  <a:pt x="4047645" y="2495811"/>
                </a:lnTo>
                <a:lnTo>
                  <a:pt x="28177" y="2495811"/>
                </a:lnTo>
                <a:lnTo>
                  <a:pt x="28782" y="2485852"/>
                </a:lnTo>
                <a:cubicBezTo>
                  <a:pt x="31911" y="2365446"/>
                  <a:pt x="35027" y="2245002"/>
                  <a:pt x="38157" y="2124521"/>
                </a:cubicBezTo>
                <a:cubicBezTo>
                  <a:pt x="38284" y="2119444"/>
                  <a:pt x="39171" y="2114494"/>
                  <a:pt x="39171" y="2109417"/>
                </a:cubicBezTo>
                <a:cubicBezTo>
                  <a:pt x="48166" y="1995573"/>
                  <a:pt x="53107" y="1881729"/>
                  <a:pt x="18899" y="1770550"/>
                </a:cubicBezTo>
                <a:cubicBezTo>
                  <a:pt x="15871" y="1760104"/>
                  <a:pt x="14262" y="1749304"/>
                  <a:pt x="14084" y="1738440"/>
                </a:cubicBezTo>
                <a:cubicBezTo>
                  <a:pt x="12413" y="1641514"/>
                  <a:pt x="16644" y="1544587"/>
                  <a:pt x="26754" y="1448181"/>
                </a:cubicBezTo>
                <a:cubicBezTo>
                  <a:pt x="31949" y="1389038"/>
                  <a:pt x="26754" y="1329006"/>
                  <a:pt x="43478" y="1270498"/>
                </a:cubicBezTo>
                <a:cubicBezTo>
                  <a:pt x="50864" y="1241421"/>
                  <a:pt x="55109" y="1211634"/>
                  <a:pt x="56147" y="1181656"/>
                </a:cubicBezTo>
                <a:cubicBezTo>
                  <a:pt x="59948" y="1109060"/>
                  <a:pt x="38537" y="1040779"/>
                  <a:pt x="18139" y="972244"/>
                </a:cubicBezTo>
                <a:cubicBezTo>
                  <a:pt x="7370" y="935945"/>
                  <a:pt x="-5426" y="898886"/>
                  <a:pt x="2429" y="860811"/>
                </a:cubicBezTo>
                <a:cubicBezTo>
                  <a:pt x="16707" y="802251"/>
                  <a:pt x="24854" y="742359"/>
                  <a:pt x="26754" y="682112"/>
                </a:cubicBezTo>
                <a:cubicBezTo>
                  <a:pt x="26754" y="639468"/>
                  <a:pt x="16365" y="597712"/>
                  <a:pt x="20039" y="555195"/>
                </a:cubicBezTo>
                <a:cubicBezTo>
                  <a:pt x="28211" y="472712"/>
                  <a:pt x="30238" y="389734"/>
                  <a:pt x="26121" y="306946"/>
                </a:cubicBezTo>
                <a:cubicBezTo>
                  <a:pt x="26095" y="273846"/>
                  <a:pt x="29846" y="240848"/>
                  <a:pt x="37270" y="208585"/>
                </a:cubicBezTo>
                <a:cubicBezTo>
                  <a:pt x="46506" y="151651"/>
                  <a:pt x="48419" y="93777"/>
                  <a:pt x="42971" y="36360"/>
                </a:cubicBezTo>
                <a:lnTo>
                  <a:pt x="38853" y="8429"/>
                </a:lnTo>
                <a:lnTo>
                  <a:pt x="56649" y="7824"/>
                </a:lnTo>
                <a:cubicBezTo>
                  <a:pt x="210497" y="-156"/>
                  <a:pt x="364754" y="3162"/>
                  <a:pt x="518087" y="17748"/>
                </a:cubicBezTo>
                <a:cubicBezTo>
                  <a:pt x="626567" y="25440"/>
                  <a:pt x="735534" y="24213"/>
                  <a:pt x="843809" y="14092"/>
                </a:cubicBezTo>
                <a:cubicBezTo>
                  <a:pt x="1042499" y="-1711"/>
                  <a:pt x="1240782" y="10958"/>
                  <a:pt x="1439065" y="21666"/>
                </a:cubicBezTo>
                <a:cubicBezTo>
                  <a:pt x="1631105" y="32113"/>
                  <a:pt x="1823010" y="24408"/>
                  <a:pt x="2015050" y="17487"/>
                </a:cubicBezTo>
                <a:cubicBezTo>
                  <a:pt x="2157045" y="12394"/>
                  <a:pt x="2299420" y="249"/>
                  <a:pt x="2441891" y="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29669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 descr="Ein Bild, das Text, grün, aus Holz enthält.&#10;&#10;Automatisch generierte Beschreibung">
            <a:extLst>
              <a:ext uri="{FF2B5EF4-FFF2-40B4-BE49-F238E27FC236}">
                <a16:creationId xmlns:a16="http://schemas.microsoft.com/office/drawing/2014/main" id="{DBFADB2D-F33D-8F4C-B9D0-DAE55337BF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-1"/>
            <a:ext cx="12188952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E3F8A03-598F-C844-B921-8FC333AD5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04" y="4553712"/>
            <a:ext cx="10908792" cy="10698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dirty="0" err="1">
                <a:solidFill>
                  <a:schemeClr val="bg1"/>
                </a:solidFill>
              </a:rPr>
              <a:t>Kurze</a:t>
            </a:r>
            <a:r>
              <a:rPr lang="en-US" sz="6000" dirty="0">
                <a:solidFill>
                  <a:schemeClr val="bg1"/>
                </a:solidFill>
              </a:rPr>
              <a:t> </a:t>
            </a:r>
            <a:r>
              <a:rPr lang="en-US" sz="6000" dirty="0" err="1">
                <a:solidFill>
                  <a:schemeClr val="bg1"/>
                </a:solidFill>
              </a:rPr>
              <a:t>Wiederholung</a:t>
            </a:r>
            <a:endParaRPr lang="en-U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712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A66B5-78B1-CE4A-9B3E-FDE88EB99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789" y="2149665"/>
            <a:ext cx="2380352" cy="1719072"/>
          </a:xfrm>
        </p:spPr>
        <p:txBody>
          <a:bodyPr anchor="b">
            <a:normAutofit fontScale="90000"/>
          </a:bodyPr>
          <a:lstStyle/>
          <a:p>
            <a:r>
              <a:rPr lang="de-DE" sz="4400" dirty="0"/>
              <a:t>Schleife in Schleife</a:t>
            </a:r>
          </a:p>
        </p:txBody>
      </p:sp>
      <p:pic>
        <p:nvPicPr>
          <p:cNvPr id="8" name="Inhaltsplatzhalter 7" descr="Ein Bild, das Text enthält.&#10;&#10;Automatisch generierte Beschreibung">
            <a:extLst>
              <a:ext uri="{FF2B5EF4-FFF2-40B4-BE49-F238E27FC236}">
                <a16:creationId xmlns:a16="http://schemas.microsoft.com/office/drawing/2014/main" id="{B42A921B-118A-D148-B6D9-B79415113E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4226" y="549120"/>
            <a:ext cx="4233348" cy="5961093"/>
          </a:xfrm>
        </p:spPr>
      </p:pic>
      <p:pic>
        <p:nvPicPr>
          <p:cNvPr id="10" name="Grafik 9" descr="Ein Bild, das Text, Kreuzworträtsel enthält.&#10;&#10;Automatisch generierte Beschreibung">
            <a:extLst>
              <a:ext uri="{FF2B5EF4-FFF2-40B4-BE49-F238E27FC236}">
                <a16:creationId xmlns:a16="http://schemas.microsoft.com/office/drawing/2014/main" id="{251F2F4E-9711-4F43-A851-4748E0D60C6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860"/>
          <a:stretch/>
        </p:blipFill>
        <p:spPr>
          <a:xfrm>
            <a:off x="7738226" y="439461"/>
            <a:ext cx="4124317" cy="6180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118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146A32-1595-3242-B8D0-5721545E0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Tipp: Jedes </a:t>
            </a:r>
            <a:r>
              <a:rPr lang="de-DE" dirty="0">
                <a:highlight>
                  <a:srgbClr val="C0C0C0"/>
                </a:highlight>
                <a:latin typeface="Ubuntu" panose="020B0504030602030204" pitchFamily="34" charset="0"/>
              </a:rPr>
              <a:t>DO</a:t>
            </a:r>
            <a:r>
              <a:rPr lang="de-DE" dirty="0"/>
              <a:t> braucht ein </a:t>
            </a:r>
            <a:r>
              <a:rPr lang="de-DE" dirty="0">
                <a:highlight>
                  <a:srgbClr val="C0C0C0"/>
                </a:highlight>
                <a:latin typeface="Ubuntu" panose="020B0504030602030204" pitchFamily="34" charset="0"/>
              </a:rPr>
              <a:t>END</a:t>
            </a:r>
          </a:p>
        </p:txBody>
      </p:sp>
      <p:pic>
        <p:nvPicPr>
          <p:cNvPr id="5" name="Inhaltsplatzhalter 4" descr="Ein Bild, das Tisch enthält.&#10;&#10;Automatisch generierte Beschreibung">
            <a:extLst>
              <a:ext uri="{FF2B5EF4-FFF2-40B4-BE49-F238E27FC236}">
                <a16:creationId xmlns:a16="http://schemas.microsoft.com/office/drawing/2014/main" id="{84334B1F-9228-3740-BC9D-957892732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67714" y="1928813"/>
            <a:ext cx="8056572" cy="4252912"/>
          </a:xfrm>
        </p:spPr>
      </p:pic>
      <p:sp>
        <p:nvSpPr>
          <p:cNvPr id="3" name="Ovale Legende 2">
            <a:extLst>
              <a:ext uri="{FF2B5EF4-FFF2-40B4-BE49-F238E27FC236}">
                <a16:creationId xmlns:a16="http://schemas.microsoft.com/office/drawing/2014/main" id="{DC34EB6A-AC51-FC4A-960B-831EDC665DF6}"/>
              </a:ext>
            </a:extLst>
          </p:cNvPr>
          <p:cNvSpPr/>
          <p:nvPr/>
        </p:nvSpPr>
        <p:spPr>
          <a:xfrm>
            <a:off x="9822445" y="4946158"/>
            <a:ext cx="2038123" cy="1473692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400" dirty="0"/>
              <a:t>Scrollen?</a:t>
            </a:r>
          </a:p>
        </p:txBody>
      </p:sp>
    </p:spTree>
    <p:extLst>
      <p:ext uri="{BB962C8B-B14F-4D97-AF65-F5344CB8AC3E}">
        <p14:creationId xmlns:p14="http://schemas.microsoft.com/office/powerpoint/2010/main" val="1736370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146A32-1595-3242-B8D0-5721545E0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640080"/>
            <a:ext cx="6251110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900"/>
              <a:t>Tipp: Einrücken!</a:t>
            </a:r>
            <a:endParaRPr lang="en-US" sz="8900">
              <a:highlight>
                <a:srgbClr val="C0C0C0"/>
              </a:highlight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A2CE8DF-C250-415A-932B-A8FE41F09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0" y="4636008"/>
            <a:ext cx="6251111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dirty="0" err="1"/>
              <a:t>Jede</a:t>
            </a:r>
            <a:r>
              <a:rPr lang="en-US" dirty="0"/>
              <a:t> Ebene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Schleife</a:t>
            </a:r>
            <a:r>
              <a:rPr lang="en-US" dirty="0"/>
              <a:t>!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FFFB12"/>
          </a:solidFill>
          <a:ln w="38100" cap="rnd">
            <a:solidFill>
              <a:srgbClr val="FFFB1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nhaltsplatzhalter 6" descr="Ein Bild, das Text, Kreuzworträtsel enthält.&#10;&#10;Automatisch generierte Beschreibung">
            <a:extLst>
              <a:ext uri="{FF2B5EF4-FFF2-40B4-BE49-F238E27FC236}">
                <a16:creationId xmlns:a16="http://schemas.microsoft.com/office/drawing/2014/main" id="{5598E161-6F9B-FC46-9419-0E9E835BB7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88710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146A32-1595-3242-B8D0-5721545E0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839865"/>
            <a:ext cx="10909640" cy="904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600"/>
              <a:t>Tipp: Endlos!</a:t>
            </a:r>
            <a:endParaRPr lang="en-US" sz="5600">
              <a:highlight>
                <a:srgbClr val="C0C0C0"/>
              </a:highlight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A2CE8DF-C250-415A-932B-A8FE41F09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742598"/>
            <a:ext cx="10909643" cy="5526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/>
              <a:t>Jede Ebene ist eine Schleife!</a:t>
            </a:r>
          </a:p>
        </p:txBody>
      </p:sp>
      <p:pic>
        <p:nvPicPr>
          <p:cNvPr id="4" name="Grafik 3" descr="Ein Bild, das Text, Shoji, Kreuzworträtsel, gefliest enthält.&#10;&#10;Automatisch generierte Beschreibung">
            <a:extLst>
              <a:ext uri="{FF2B5EF4-FFF2-40B4-BE49-F238E27FC236}">
                <a16:creationId xmlns:a16="http://schemas.microsoft.com/office/drawing/2014/main" id="{B9D203A4-486C-594D-89A3-F55F7B0C6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94" y="2633472"/>
            <a:ext cx="11399963" cy="390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073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DAA0EF-336D-4CDC-A9A2-8460363E2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D079A19-B31E-4129-A464-7547FF05A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90556" cy="6858000"/>
          </a:xfrm>
          <a:custGeom>
            <a:avLst/>
            <a:gdLst>
              <a:gd name="connsiteX0" fmla="*/ 0 w 4090556"/>
              <a:gd name="connsiteY0" fmla="*/ 0 h 6858000"/>
              <a:gd name="connsiteX1" fmla="*/ 4077555 w 4090556"/>
              <a:gd name="connsiteY1" fmla="*/ 0 h 6858000"/>
              <a:gd name="connsiteX2" fmla="*/ 4077574 w 4090556"/>
              <a:gd name="connsiteY2" fmla="*/ 720 h 6858000"/>
              <a:gd name="connsiteX3" fmla="*/ 4075790 w 4090556"/>
              <a:gd name="connsiteY3" fmla="*/ 575485 h 6858000"/>
              <a:gd name="connsiteX4" fmla="*/ 4076555 w 4090556"/>
              <a:gd name="connsiteY4" fmla="*/ 932245 h 6858000"/>
              <a:gd name="connsiteX5" fmla="*/ 4076555 w 4090556"/>
              <a:gd name="connsiteY5" fmla="*/ 1286711 h 6858000"/>
              <a:gd name="connsiteX6" fmla="*/ 4082288 w 4090556"/>
              <a:gd name="connsiteY6" fmla="*/ 1595180 h 6858000"/>
              <a:gd name="connsiteX7" fmla="*/ 4078211 w 4090556"/>
              <a:gd name="connsiteY7" fmla="*/ 2133123 h 6858000"/>
              <a:gd name="connsiteX8" fmla="*/ 4071968 w 4090556"/>
              <a:gd name="connsiteY8" fmla="*/ 2946025 h 6858000"/>
              <a:gd name="connsiteX9" fmla="*/ 4068401 w 4090556"/>
              <a:gd name="connsiteY9" fmla="*/ 3502061 h 6858000"/>
              <a:gd name="connsiteX10" fmla="*/ 4087513 w 4090556"/>
              <a:gd name="connsiteY10" fmla="*/ 4076061 h 6858000"/>
              <a:gd name="connsiteX11" fmla="*/ 4076938 w 4090556"/>
              <a:gd name="connsiteY11" fmla="*/ 4442632 h 6858000"/>
              <a:gd name="connsiteX12" fmla="*/ 4071459 w 4090556"/>
              <a:gd name="connsiteY12" fmla="*/ 4827550 h 6858000"/>
              <a:gd name="connsiteX13" fmla="*/ 4071459 w 4090556"/>
              <a:gd name="connsiteY13" fmla="*/ 5019945 h 6858000"/>
              <a:gd name="connsiteX14" fmla="*/ 4084200 w 4090556"/>
              <a:gd name="connsiteY14" fmla="*/ 5490104 h 6858000"/>
              <a:gd name="connsiteX15" fmla="*/ 4077446 w 4090556"/>
              <a:gd name="connsiteY15" fmla="*/ 5844569 h 6858000"/>
              <a:gd name="connsiteX16" fmla="*/ 4082544 w 4090556"/>
              <a:gd name="connsiteY16" fmla="*/ 6260195 h 6858000"/>
              <a:gd name="connsiteX17" fmla="*/ 4086110 w 4090556"/>
              <a:gd name="connsiteY17" fmla="*/ 6706145 h 6858000"/>
              <a:gd name="connsiteX18" fmla="*/ 4086135 w 4090556"/>
              <a:gd name="connsiteY18" fmla="*/ 6794562 h 6858000"/>
              <a:gd name="connsiteX19" fmla="*/ 4080334 w 4090556"/>
              <a:gd name="connsiteY19" fmla="*/ 6858000 h 6858000"/>
              <a:gd name="connsiteX20" fmla="*/ 0 w 4090556"/>
              <a:gd name="connsiteY2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090556" h="6858000">
                <a:moveTo>
                  <a:pt x="0" y="0"/>
                </a:moveTo>
                <a:lnTo>
                  <a:pt x="4077555" y="0"/>
                </a:lnTo>
                <a:lnTo>
                  <a:pt x="4077574" y="720"/>
                </a:lnTo>
                <a:cubicBezTo>
                  <a:pt x="4079358" y="192351"/>
                  <a:pt x="4064960" y="384364"/>
                  <a:pt x="4075790" y="575485"/>
                </a:cubicBezTo>
                <a:cubicBezTo>
                  <a:pt x="4082544" y="694108"/>
                  <a:pt x="4081269" y="814132"/>
                  <a:pt x="4076555" y="932245"/>
                </a:cubicBezTo>
                <a:cubicBezTo>
                  <a:pt x="4071840" y="1050357"/>
                  <a:pt x="4065470" y="1168597"/>
                  <a:pt x="4076555" y="1286711"/>
                </a:cubicBezTo>
                <a:cubicBezTo>
                  <a:pt x="4084710" y="1389317"/>
                  <a:pt x="4086621" y="1492332"/>
                  <a:pt x="4082288" y="1595180"/>
                </a:cubicBezTo>
                <a:cubicBezTo>
                  <a:pt x="4077319" y="1774452"/>
                  <a:pt x="4067637" y="1953851"/>
                  <a:pt x="4078211" y="2133123"/>
                </a:cubicBezTo>
                <a:cubicBezTo>
                  <a:pt x="4094393" y="2404260"/>
                  <a:pt x="4084710" y="2675143"/>
                  <a:pt x="4071968" y="2946025"/>
                </a:cubicBezTo>
                <a:cubicBezTo>
                  <a:pt x="4063049" y="3131413"/>
                  <a:pt x="4055659" y="3316673"/>
                  <a:pt x="4068401" y="3502061"/>
                </a:cubicBezTo>
                <a:cubicBezTo>
                  <a:pt x="4081396" y="3693182"/>
                  <a:pt x="4097323" y="3884176"/>
                  <a:pt x="4087513" y="4076061"/>
                </a:cubicBezTo>
                <a:cubicBezTo>
                  <a:pt x="4081142" y="4198251"/>
                  <a:pt x="4069037" y="4320315"/>
                  <a:pt x="4076938" y="4442632"/>
                </a:cubicBezTo>
                <a:cubicBezTo>
                  <a:pt x="4083270" y="4570925"/>
                  <a:pt x="4081435" y="4699486"/>
                  <a:pt x="4071459" y="4827550"/>
                </a:cubicBezTo>
                <a:cubicBezTo>
                  <a:pt x="4065725" y="4891550"/>
                  <a:pt x="4065725" y="4955945"/>
                  <a:pt x="4071459" y="5019945"/>
                </a:cubicBezTo>
                <a:cubicBezTo>
                  <a:pt x="4087742" y="5176105"/>
                  <a:pt x="4091997" y="5333296"/>
                  <a:pt x="4084200" y="5490104"/>
                </a:cubicBezTo>
                <a:cubicBezTo>
                  <a:pt x="4079740" y="5608217"/>
                  <a:pt x="4071968" y="5726202"/>
                  <a:pt x="4077446" y="5844569"/>
                </a:cubicBezTo>
                <a:cubicBezTo>
                  <a:pt x="4083944" y="5983069"/>
                  <a:pt x="4088914" y="6121696"/>
                  <a:pt x="4082544" y="6260195"/>
                </a:cubicBezTo>
                <a:cubicBezTo>
                  <a:pt x="4075841" y="6408803"/>
                  <a:pt x="4077026" y="6557662"/>
                  <a:pt x="4086110" y="6706145"/>
                </a:cubicBezTo>
                <a:cubicBezTo>
                  <a:pt x="4087467" y="6735616"/>
                  <a:pt x="4087474" y="6765120"/>
                  <a:pt x="4086135" y="6794562"/>
                </a:cubicBezTo>
                <a:lnTo>
                  <a:pt x="4080334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43B1E93-6574-844F-91E3-38AAAA239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1" y="640823"/>
            <a:ext cx="3103194" cy="5583148"/>
          </a:xfrm>
        </p:spPr>
        <p:txBody>
          <a:bodyPr anchor="ctr">
            <a:normAutofit/>
          </a:bodyPr>
          <a:lstStyle/>
          <a:p>
            <a:r>
              <a:rPr lang="de-DE">
                <a:solidFill>
                  <a:schemeClr val="bg1"/>
                </a:solidFill>
              </a:rPr>
              <a:t>Welcher Satz </a:t>
            </a:r>
            <a:br>
              <a:rPr lang="de-DE">
                <a:solidFill>
                  <a:schemeClr val="bg1"/>
                </a:solidFill>
              </a:rPr>
            </a:br>
            <a:r>
              <a:rPr lang="de-DE">
                <a:solidFill>
                  <a:schemeClr val="bg1"/>
                </a:solidFill>
              </a:rPr>
              <a:t>ist leichter zu lesen?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69C21CAB-4CEE-4F45-A9D6-47DE950A93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271444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4087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146A32-1595-3242-B8D0-5721545E0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839865"/>
            <a:ext cx="10909640" cy="904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600" dirty="0"/>
              <a:t>Tipp: Sauber </a:t>
            </a:r>
            <a:r>
              <a:rPr lang="en-US" sz="5600" dirty="0" err="1"/>
              <a:t>Programmieren</a:t>
            </a:r>
            <a:endParaRPr lang="en-US" sz="5600" dirty="0">
              <a:highlight>
                <a:srgbClr val="C0C0C0"/>
              </a:highlight>
            </a:endParaRPr>
          </a:p>
        </p:txBody>
      </p:sp>
      <p:pic>
        <p:nvPicPr>
          <p:cNvPr id="7" name="Inhaltsplatzhalter 4" descr="Ein Bild, das Screenshot, Parkplatz, grün, Maschine enthält.&#10;&#10;Automatisch generierte Beschreibung">
            <a:extLst>
              <a:ext uri="{FF2B5EF4-FFF2-40B4-BE49-F238E27FC236}">
                <a16:creationId xmlns:a16="http://schemas.microsoft.com/office/drawing/2014/main" id="{CD132C68-F580-404D-911E-532B1D17E10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320040" y="3097873"/>
            <a:ext cx="5614416" cy="2984830"/>
          </a:xfrm>
          <a:prstGeom prst="rect">
            <a:avLst/>
          </a:prstGeom>
        </p:spPr>
      </p:pic>
      <p:pic>
        <p:nvPicPr>
          <p:cNvPr id="8" name="Grafik 7" descr="Ein Bild, das Screenshot, Parkplatz, Anzeige, Maschine enthält.&#10;&#10;Automatisch generierte Beschreibung">
            <a:extLst>
              <a:ext uri="{FF2B5EF4-FFF2-40B4-BE49-F238E27FC236}">
                <a16:creationId xmlns:a16="http://schemas.microsoft.com/office/drawing/2014/main" id="{BF4BDAA4-052F-2B4C-A634-46477D87E54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6254496" y="3103665"/>
            <a:ext cx="5614416" cy="2973246"/>
          </a:xfrm>
          <a:prstGeom prst="rect">
            <a:avLst/>
          </a:prstGeom>
        </p:spPr>
      </p:pic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6B97E506-95C6-814F-9F51-5EEB9DB69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5452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146A32-1595-3242-B8D0-5721545E0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800" dirty="0" err="1"/>
              <a:t>Mähen</a:t>
            </a:r>
            <a:r>
              <a:rPr lang="en-US" sz="5800" dirty="0"/>
              <a:t> </a:t>
            </a:r>
            <a:r>
              <a:rPr lang="en-US" sz="5800" dirty="0" err="1"/>
              <a:t>ohne</a:t>
            </a:r>
            <a:r>
              <a:rPr lang="en-US" sz="5800" dirty="0"/>
              <a:t> </a:t>
            </a:r>
            <a:r>
              <a:rPr lang="en-US" sz="5800" dirty="0" err="1"/>
              <a:t>Zählen</a:t>
            </a:r>
            <a:r>
              <a:rPr lang="en-US" sz="5800" dirty="0"/>
              <a:t>?</a:t>
            </a:r>
            <a:endParaRPr lang="en-US" sz="5800" dirty="0">
              <a:highlight>
                <a:srgbClr val="C0C0C0"/>
              </a:highlight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27432"/>
          </a:xfrm>
          <a:custGeom>
            <a:avLst/>
            <a:gdLst>
              <a:gd name="connsiteX0" fmla="*/ 0 w 3255095"/>
              <a:gd name="connsiteY0" fmla="*/ 0 h 27432"/>
              <a:gd name="connsiteX1" fmla="*/ 618468 w 3255095"/>
              <a:gd name="connsiteY1" fmla="*/ 0 h 27432"/>
              <a:gd name="connsiteX2" fmla="*/ 1269487 w 3255095"/>
              <a:gd name="connsiteY2" fmla="*/ 0 h 27432"/>
              <a:gd name="connsiteX3" fmla="*/ 1953057 w 3255095"/>
              <a:gd name="connsiteY3" fmla="*/ 0 h 27432"/>
              <a:gd name="connsiteX4" fmla="*/ 2636627 w 3255095"/>
              <a:gd name="connsiteY4" fmla="*/ 0 h 27432"/>
              <a:gd name="connsiteX5" fmla="*/ 3255095 w 3255095"/>
              <a:gd name="connsiteY5" fmla="*/ 0 h 27432"/>
              <a:gd name="connsiteX6" fmla="*/ 3255095 w 3255095"/>
              <a:gd name="connsiteY6" fmla="*/ 27432 h 27432"/>
              <a:gd name="connsiteX7" fmla="*/ 2538974 w 3255095"/>
              <a:gd name="connsiteY7" fmla="*/ 27432 h 27432"/>
              <a:gd name="connsiteX8" fmla="*/ 1822853 w 3255095"/>
              <a:gd name="connsiteY8" fmla="*/ 27432 h 27432"/>
              <a:gd name="connsiteX9" fmla="*/ 1171834 w 3255095"/>
              <a:gd name="connsiteY9" fmla="*/ 27432 h 27432"/>
              <a:gd name="connsiteX10" fmla="*/ 0 w 3255095"/>
              <a:gd name="connsiteY10" fmla="*/ 27432 h 27432"/>
              <a:gd name="connsiteX11" fmla="*/ 0 w 3255095"/>
              <a:gd name="connsiteY11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27432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3929" y="7395"/>
                  <a:pt x="3255140" y="21864"/>
                  <a:pt x="3255095" y="27432"/>
                </a:cubicBezTo>
                <a:cubicBezTo>
                  <a:pt x="3088545" y="32347"/>
                  <a:pt x="2687475" y="16563"/>
                  <a:pt x="2538974" y="27432"/>
                </a:cubicBezTo>
                <a:cubicBezTo>
                  <a:pt x="2390473" y="38301"/>
                  <a:pt x="2137381" y="185"/>
                  <a:pt x="1822853" y="27432"/>
                </a:cubicBezTo>
                <a:cubicBezTo>
                  <a:pt x="1508325" y="54679"/>
                  <a:pt x="1466437" y="29529"/>
                  <a:pt x="1171834" y="27432"/>
                </a:cubicBezTo>
                <a:cubicBezTo>
                  <a:pt x="877231" y="25335"/>
                  <a:pt x="561097" y="46787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55095" h="27432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5288" y="12649"/>
                  <a:pt x="3254107" y="17989"/>
                  <a:pt x="3255095" y="27432"/>
                </a:cubicBezTo>
                <a:cubicBezTo>
                  <a:pt x="3120743" y="25834"/>
                  <a:pt x="2759628" y="51606"/>
                  <a:pt x="2604076" y="27432"/>
                </a:cubicBezTo>
                <a:cubicBezTo>
                  <a:pt x="2448524" y="3258"/>
                  <a:pt x="2184336" y="28743"/>
                  <a:pt x="1887955" y="27432"/>
                </a:cubicBezTo>
                <a:cubicBezTo>
                  <a:pt x="1591574" y="26121"/>
                  <a:pt x="1548845" y="16014"/>
                  <a:pt x="1334589" y="27432"/>
                </a:cubicBezTo>
                <a:cubicBezTo>
                  <a:pt x="1120333" y="38850"/>
                  <a:pt x="996014" y="18806"/>
                  <a:pt x="683570" y="27432"/>
                </a:cubicBezTo>
                <a:cubicBezTo>
                  <a:pt x="371126" y="36058"/>
                  <a:pt x="198687" y="25311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DCE030"/>
          </a:solidFill>
          <a:ln w="38100" cap="rnd">
            <a:solidFill>
              <a:srgbClr val="DCE030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gefliest, Gewebe enthält.&#10;&#10;Automatisch generierte Beschreibung">
            <a:extLst>
              <a:ext uri="{FF2B5EF4-FFF2-40B4-BE49-F238E27FC236}">
                <a16:creationId xmlns:a16="http://schemas.microsoft.com/office/drawing/2014/main" id="{1A5A3520-459F-7C49-8CBA-EE0E12356F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5673360" y="-192024"/>
            <a:ext cx="5176487" cy="7214616"/>
          </a:xfrm>
          <a:prstGeom prst="rect">
            <a:avLst/>
          </a:prstGeom>
        </p:spPr>
      </p:pic>
      <p:sp>
        <p:nvSpPr>
          <p:cNvPr id="3" name="Rahmen 2">
            <a:extLst>
              <a:ext uri="{FF2B5EF4-FFF2-40B4-BE49-F238E27FC236}">
                <a16:creationId xmlns:a16="http://schemas.microsoft.com/office/drawing/2014/main" id="{228ED69F-16B5-EE4A-9FD2-81DCF13238A9}"/>
              </a:ext>
            </a:extLst>
          </p:cNvPr>
          <p:cNvSpPr/>
          <p:nvPr/>
        </p:nvSpPr>
        <p:spPr>
          <a:xfrm>
            <a:off x="4485736" y="1578634"/>
            <a:ext cx="879894" cy="420106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4" name="Rahmen 3">
            <a:extLst>
              <a:ext uri="{FF2B5EF4-FFF2-40B4-BE49-F238E27FC236}">
                <a16:creationId xmlns:a16="http://schemas.microsoft.com/office/drawing/2014/main" id="{A449D41E-2719-6245-A0F0-681D0D061A00}"/>
              </a:ext>
            </a:extLst>
          </p:cNvPr>
          <p:cNvSpPr/>
          <p:nvPr/>
        </p:nvSpPr>
        <p:spPr>
          <a:xfrm>
            <a:off x="11128075" y="1052423"/>
            <a:ext cx="1000665" cy="4822166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F2C3901-DFCD-7542-9685-CD8EAF95D4F7}"/>
              </a:ext>
            </a:extLst>
          </p:cNvPr>
          <p:cNvSpPr/>
          <p:nvPr/>
        </p:nvSpPr>
        <p:spPr>
          <a:xfrm>
            <a:off x="8978841" y="0"/>
            <a:ext cx="18501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Goldblöcke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9539509-7B7C-F846-AAE2-0DACD84AE760}"/>
              </a:ext>
            </a:extLst>
          </p:cNvPr>
          <p:cNvSpPr/>
          <p:nvPr/>
        </p:nvSpPr>
        <p:spPr>
          <a:xfrm>
            <a:off x="6253276" y="5969099"/>
            <a:ext cx="20024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Eisenblöcke</a:t>
            </a:r>
          </a:p>
        </p:txBody>
      </p:sp>
      <p:sp>
        <p:nvSpPr>
          <p:cNvPr id="9" name="Pfeil nach unten 8">
            <a:extLst>
              <a:ext uri="{FF2B5EF4-FFF2-40B4-BE49-F238E27FC236}">
                <a16:creationId xmlns:a16="http://schemas.microsoft.com/office/drawing/2014/main" id="{F036A4B3-5734-B849-9CAF-C4BA7FE7A1A4}"/>
              </a:ext>
            </a:extLst>
          </p:cNvPr>
          <p:cNvSpPr/>
          <p:nvPr/>
        </p:nvSpPr>
        <p:spPr>
          <a:xfrm rot="8102801">
            <a:off x="5443846" y="5077772"/>
            <a:ext cx="1343996" cy="110380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Pfeil nach unten 9">
            <a:extLst>
              <a:ext uri="{FF2B5EF4-FFF2-40B4-BE49-F238E27FC236}">
                <a16:creationId xmlns:a16="http://schemas.microsoft.com/office/drawing/2014/main" id="{C901F0F4-443C-9A4C-A036-A71C0D1F48B6}"/>
              </a:ext>
            </a:extLst>
          </p:cNvPr>
          <p:cNvSpPr/>
          <p:nvPr/>
        </p:nvSpPr>
        <p:spPr>
          <a:xfrm rot="18706853">
            <a:off x="10082237" y="848490"/>
            <a:ext cx="992038" cy="106104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0605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6B3DA2-3D01-714F-BE68-8DFC94667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Wenn… dann!</a:t>
            </a:r>
          </a:p>
        </p:txBody>
      </p:sp>
      <p:pic>
        <p:nvPicPr>
          <p:cNvPr id="7" name="Grafik 6" descr="Ein Bild, das Monitor, grün, sitzend, Bildschirm enthält.&#10;&#10;Automatisch generierte Beschreibung">
            <a:extLst>
              <a:ext uri="{FF2B5EF4-FFF2-40B4-BE49-F238E27FC236}">
                <a16:creationId xmlns:a16="http://schemas.microsoft.com/office/drawing/2014/main" id="{6D5E91DE-4D83-884D-9822-E5B5BC35A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58" y="4166629"/>
            <a:ext cx="1130300" cy="1193800"/>
          </a:xfrm>
          <a:prstGeom prst="rect">
            <a:avLst/>
          </a:prstGeom>
        </p:spPr>
      </p:pic>
      <p:pic>
        <p:nvPicPr>
          <p:cNvPr id="9" name="Grafik 8" descr="Ein Bild, das Tisch, Läufer enthält.&#10;&#10;Automatisch generierte Beschreibung">
            <a:extLst>
              <a:ext uri="{FF2B5EF4-FFF2-40B4-BE49-F238E27FC236}">
                <a16:creationId xmlns:a16="http://schemas.microsoft.com/office/drawing/2014/main" id="{92116AAE-E9D3-BC4D-B044-0FDECDADF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179" y="4166629"/>
            <a:ext cx="1092200" cy="1092200"/>
          </a:xfrm>
          <a:prstGeom prst="rect">
            <a:avLst/>
          </a:prstGeom>
        </p:spPr>
      </p:pic>
      <p:pic>
        <p:nvPicPr>
          <p:cNvPr id="11" name="Grafik 10" descr="Ein Bild, das Monitor, Anzeige, Uhr enthält.&#10;&#10;Automatisch generierte Beschreibung">
            <a:extLst>
              <a:ext uri="{FF2B5EF4-FFF2-40B4-BE49-F238E27FC236}">
                <a16:creationId xmlns:a16="http://schemas.microsoft.com/office/drawing/2014/main" id="{E9157AD7-3585-AD44-B647-8838E7662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952" y="4192029"/>
            <a:ext cx="1066800" cy="1066800"/>
          </a:xfrm>
          <a:prstGeom prst="rect">
            <a:avLst/>
          </a:prstGeom>
        </p:spPr>
      </p:pic>
      <p:pic>
        <p:nvPicPr>
          <p:cNvPr id="13" name="Grafik 12" descr="Ein Bild, das Uhr enthält.&#10;&#10;Automatisch generierte Beschreibung">
            <a:extLst>
              <a:ext uri="{FF2B5EF4-FFF2-40B4-BE49-F238E27FC236}">
                <a16:creationId xmlns:a16="http://schemas.microsoft.com/office/drawing/2014/main" id="{B488B73F-04FA-7D47-A71C-5DB19EAA27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5090" y="4166629"/>
            <a:ext cx="1130300" cy="1104900"/>
          </a:xfrm>
          <a:prstGeom prst="rect">
            <a:avLst/>
          </a:prstGeom>
        </p:spPr>
      </p:pic>
      <p:pic>
        <p:nvPicPr>
          <p:cNvPr id="15" name="Grafik 14" descr="Ein Bild, das Monitor, Bildschirm, Uhr, Zeichnung enthält.&#10;&#10;Automatisch generierte Beschreibung">
            <a:extLst>
              <a:ext uri="{FF2B5EF4-FFF2-40B4-BE49-F238E27FC236}">
                <a16:creationId xmlns:a16="http://schemas.microsoft.com/office/drawing/2014/main" id="{972B2665-98EE-F84C-9302-864B70E34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2435" y="4033038"/>
            <a:ext cx="1168400" cy="1168400"/>
          </a:xfrm>
          <a:prstGeom prst="rect">
            <a:avLst/>
          </a:prstGeom>
        </p:spPr>
      </p:pic>
      <p:pic>
        <p:nvPicPr>
          <p:cNvPr id="19" name="Inhaltsplatzhalter 18" descr="Ein Bild, das Monitor, sitzend, grün, Bildschirm enthält.&#10;&#10;Automatisch generierte Beschreibung">
            <a:extLst>
              <a:ext uri="{FF2B5EF4-FFF2-40B4-BE49-F238E27FC236}">
                <a16:creationId xmlns:a16="http://schemas.microsoft.com/office/drawing/2014/main" id="{0A78BF60-CE4E-7245-A9FE-7FFAAFD56A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10534056" y="4090429"/>
            <a:ext cx="1143000" cy="1117600"/>
          </a:xfr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F5D3B85D-08DD-414C-8DEE-AC8F19900B3A}"/>
              </a:ext>
            </a:extLst>
          </p:cNvPr>
          <p:cNvSpPr txBox="1"/>
          <p:nvPr/>
        </p:nvSpPr>
        <p:spPr>
          <a:xfrm>
            <a:off x="514944" y="3081638"/>
            <a:ext cx="149912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200" dirty="0"/>
              <a:t>WENN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F042CC14-9FC0-9A48-8B3B-F88020C939A5}"/>
              </a:ext>
            </a:extLst>
          </p:cNvPr>
          <p:cNvSpPr txBox="1"/>
          <p:nvPr/>
        </p:nvSpPr>
        <p:spPr>
          <a:xfrm>
            <a:off x="2293894" y="3108754"/>
            <a:ext cx="20208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200" dirty="0"/>
              <a:t>VOR MIR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0F73843E-2811-114B-BC4C-38FE76A247F5}"/>
              </a:ext>
            </a:extLst>
          </p:cNvPr>
          <p:cNvSpPr txBox="1"/>
          <p:nvPr/>
        </p:nvSpPr>
        <p:spPr>
          <a:xfrm>
            <a:off x="4690392" y="3121454"/>
            <a:ext cx="7734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200" dirty="0"/>
              <a:t>IST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F481522-563C-9B4F-A094-25D484F4BE83}"/>
              </a:ext>
            </a:extLst>
          </p:cNvPr>
          <p:cNvSpPr txBox="1"/>
          <p:nvPr/>
        </p:nvSpPr>
        <p:spPr>
          <a:xfrm>
            <a:off x="5754273" y="3108753"/>
            <a:ext cx="25805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200" b="1" u="sng" dirty="0"/>
              <a:t>GOLDBLOCK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1AA03999-950D-E74C-8214-600B01B42211}"/>
              </a:ext>
            </a:extLst>
          </p:cNvPr>
          <p:cNvSpPr txBox="1"/>
          <p:nvPr/>
        </p:nvSpPr>
        <p:spPr>
          <a:xfrm>
            <a:off x="8337614" y="3081637"/>
            <a:ext cx="15604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200" dirty="0"/>
              <a:t>DANN</a:t>
            </a:r>
            <a:r>
              <a:rPr lang="de-DE" sz="7200" b="1" dirty="0">
                <a:solidFill>
                  <a:srgbClr val="FF0000"/>
                </a:solidFill>
              </a:rPr>
              <a:t>(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CE6BEE94-A16F-FC4B-BF90-0B92C28E48D5}"/>
              </a:ext>
            </a:extLst>
          </p:cNvPr>
          <p:cNvSpPr txBox="1"/>
          <p:nvPr/>
        </p:nvSpPr>
        <p:spPr>
          <a:xfrm>
            <a:off x="10355992" y="3121453"/>
            <a:ext cx="14558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7200" dirty="0"/>
              <a:t>ENDE</a:t>
            </a:r>
            <a:r>
              <a:rPr lang="de-DE" sz="7200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0744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/>
      <p:bldP spid="24" grpId="0"/>
      <p:bldP spid="25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6B3DA2-3D01-714F-BE68-8DFC94667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75997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/>
              <a:t>Verwechslungsgefahr…</a:t>
            </a:r>
          </a:p>
        </p:txBody>
      </p:sp>
      <p:pic>
        <p:nvPicPr>
          <p:cNvPr id="6" name="Inhaltsplatzhalter 5">
            <a:extLst>
              <a:ext uri="{FF2B5EF4-FFF2-40B4-BE49-F238E27FC236}">
                <a16:creationId xmlns:a16="http://schemas.microsoft.com/office/drawing/2014/main" id="{82F57536-67CC-9946-99F7-D67DFCBD02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40" y="2708234"/>
            <a:ext cx="5614416" cy="376410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437A9DB-F9DD-0047-B325-B2AD5620C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773" y="2399001"/>
            <a:ext cx="5614416" cy="307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264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ED4C52-D5C6-AD43-87B9-BF72D7D3B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Level 1</a:t>
            </a:r>
          </a:p>
        </p:txBody>
      </p:sp>
      <p:pic>
        <p:nvPicPr>
          <p:cNvPr id="5" name="Inhaltsplatzhalter 4" descr="Ein Bild, das Schrank enthält.&#10;&#10;Automatisch generierte Beschreibung">
            <a:extLst>
              <a:ext uri="{FF2B5EF4-FFF2-40B4-BE49-F238E27FC236}">
                <a16:creationId xmlns:a16="http://schemas.microsoft.com/office/drawing/2014/main" id="{7E6C2EA1-6AD0-DA44-B73B-CDEBD9E31F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7600" y="2258219"/>
            <a:ext cx="4241800" cy="3594100"/>
          </a:xfr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FF62F73F-D2FD-6E4A-B8FC-FA588B4007E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18174" y="2301081"/>
            <a:ext cx="5356225" cy="357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503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E31812-5965-3749-87C3-A8F2A27B8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Aufgabe 2: (Profi-Level)</a:t>
            </a:r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FE70E78E-5380-9A46-943F-339FE2004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4073" y="1928813"/>
            <a:ext cx="5963853" cy="4252912"/>
          </a:xfrm>
        </p:spPr>
      </p:pic>
    </p:spTree>
    <p:extLst>
      <p:ext uri="{BB962C8B-B14F-4D97-AF65-F5344CB8AC3E}">
        <p14:creationId xmlns:p14="http://schemas.microsoft.com/office/powerpoint/2010/main" val="3779504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394842B0-684D-44CC-B4BC-D13331CF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1C16BF9-02C4-7C4A-A5D2-18CC8EAA5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5000" dirty="0"/>
              <a:t>Deine Aufgaben:</a:t>
            </a:r>
            <a:br>
              <a:rPr lang="de-DE" sz="5000" dirty="0"/>
            </a:br>
            <a:r>
              <a:rPr lang="de-DE" sz="5000" dirty="0"/>
              <a:t>Automatisch</a:t>
            </a:r>
          </a:p>
        </p:txBody>
      </p:sp>
      <p:sp>
        <p:nvSpPr>
          <p:cNvPr id="68" name="sketchy rul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E9FB04"/>
          </a:solidFill>
          <a:ln w="38100" cap="rnd">
            <a:solidFill>
              <a:srgbClr val="E9FB0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527C67-4CEA-2446-83B2-08B22B12F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de-DE" sz="3200" dirty="0"/>
              <a:t>Aufgabe 1: Smaragdernten ohne Zählen:</a:t>
            </a:r>
          </a:p>
          <a:p>
            <a:pPr lvl="1"/>
            <a:r>
              <a:rPr lang="de-DE" sz="2800" dirty="0" err="1"/>
              <a:t>GoldBlock</a:t>
            </a:r>
            <a:r>
              <a:rPr lang="de-DE" sz="2800" dirty="0"/>
              <a:t> – RECHTS </a:t>
            </a:r>
          </a:p>
          <a:p>
            <a:pPr lvl="1"/>
            <a:r>
              <a:rPr lang="de-DE" sz="2800" dirty="0" err="1"/>
              <a:t>EisenBlock</a:t>
            </a:r>
            <a:r>
              <a:rPr lang="de-DE" sz="2800" dirty="0"/>
              <a:t> - LINKS</a:t>
            </a:r>
          </a:p>
          <a:p>
            <a:r>
              <a:rPr lang="de-DE" sz="3200" dirty="0"/>
              <a:t>Aufgabe 2: Erkenne das Ende! </a:t>
            </a:r>
          </a:p>
          <a:p>
            <a:pPr lvl="1"/>
            <a:r>
              <a:rPr lang="de-DE" sz="2800" dirty="0"/>
              <a:t>Unter mir Ziegelsteine?!?!</a:t>
            </a:r>
          </a:p>
          <a:p>
            <a:pPr lvl="1"/>
            <a:r>
              <a:rPr lang="de-DE" sz="2800" dirty="0"/>
              <a:t>Tanzen &amp; Jubeln bitte!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0904AD2-BC4B-4B45-A5FC-74BB20AEA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6" y="412607"/>
            <a:ext cx="5457444" cy="351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71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394842B0-684D-44CC-B4BC-D13331CF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1C16BF9-02C4-7C4A-A5D2-18CC8EAA5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5000" dirty="0"/>
              <a:t>Lösung: </a:t>
            </a:r>
            <a:br>
              <a:rPr lang="de-DE" sz="5000" dirty="0"/>
            </a:br>
            <a:r>
              <a:rPr lang="de-DE" sz="5000" dirty="0"/>
              <a:t>Bibliothek</a:t>
            </a:r>
          </a:p>
        </p:txBody>
      </p:sp>
      <p:sp>
        <p:nvSpPr>
          <p:cNvPr id="68" name="sketchy rul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E9FB04"/>
          </a:solidFill>
          <a:ln w="38100" cap="rnd">
            <a:solidFill>
              <a:srgbClr val="E9FB0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527C67-4CEA-2446-83B2-08B22B12F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de-DE" dirty="0"/>
              <a:t>Teilt eure Programm – wir sind gespannt!</a:t>
            </a:r>
          </a:p>
        </p:txBody>
      </p:sp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FABEEC38-B4BA-CA40-80A1-FFBEF4BE3F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50054" y="0"/>
            <a:ext cx="61293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52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BBBB91-C1A2-7549-98A5-62CE7974C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70"/>
            <a:ext cx="4368602" cy="1462334"/>
          </a:xfrm>
        </p:spPr>
        <p:txBody>
          <a:bodyPr anchor="b">
            <a:normAutofit/>
          </a:bodyPr>
          <a:lstStyle/>
          <a:p>
            <a:r>
              <a:rPr lang="de-DE" sz="6600" dirty="0"/>
              <a:t>Feedback</a:t>
            </a:r>
          </a:p>
        </p:txBody>
      </p:sp>
      <p:sp>
        <p:nvSpPr>
          <p:cNvPr id="27" name="Inhaltsplatzhalter 6">
            <a:extLst>
              <a:ext uri="{FF2B5EF4-FFF2-40B4-BE49-F238E27FC236}">
                <a16:creationId xmlns:a16="http://schemas.microsoft.com/office/drawing/2014/main" id="{F65AD2EE-C610-2149-8E58-FA2E3FEC0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de-DE" dirty="0"/>
              <a:t>Was hat dir gefallen?</a:t>
            </a:r>
          </a:p>
          <a:p>
            <a:r>
              <a:rPr lang="de-DE" dirty="0"/>
              <a:t>Was können wir besser machen?</a:t>
            </a:r>
          </a:p>
        </p:txBody>
      </p:sp>
      <p:pic>
        <p:nvPicPr>
          <p:cNvPr id="5" name="Inhaltsplatzhalter 4" descr="Ein Bild, das Text, Spielzeug, LEGO enthält.&#10;&#10;Automatisch generierte Beschreibung">
            <a:extLst>
              <a:ext uri="{FF2B5EF4-FFF2-40B4-BE49-F238E27FC236}">
                <a16:creationId xmlns:a16="http://schemas.microsoft.com/office/drawing/2014/main" id="{7A145109-F784-554E-9C1F-F5378A7B49D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6749C6C-5E9D-694C-8462-B95B46020BE9}"/>
              </a:ext>
            </a:extLst>
          </p:cNvPr>
          <p:cNvSpPr txBox="1"/>
          <p:nvPr/>
        </p:nvSpPr>
        <p:spPr>
          <a:xfrm>
            <a:off x="640080" y="3965357"/>
            <a:ext cx="459943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0" dirty="0"/>
              <a:t>Per Mail: </a:t>
            </a:r>
            <a:r>
              <a:rPr lang="de-DE" sz="8000" dirty="0">
                <a:hlinkClick r:id="rId3"/>
              </a:rPr>
              <a:t>gregor@kidslab.de</a:t>
            </a:r>
            <a:endParaRPr lang="de-DE" sz="8000" dirty="0"/>
          </a:p>
          <a:p>
            <a:endParaRPr lang="de-DE" sz="8000" dirty="0"/>
          </a:p>
        </p:txBody>
      </p:sp>
    </p:spTree>
    <p:extLst>
      <p:ext uri="{BB962C8B-B14F-4D97-AF65-F5344CB8AC3E}">
        <p14:creationId xmlns:p14="http://schemas.microsoft.com/office/powerpoint/2010/main" val="2632903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A04DC5-61B8-3A48-8A02-83210FF61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7EFFDE9D-F46E-DE46-AAE4-FA1FD08140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2375" y="137160"/>
            <a:ext cx="11677986" cy="6583680"/>
          </a:xfrm>
        </p:spPr>
      </p:pic>
    </p:spTree>
    <p:extLst>
      <p:ext uri="{BB962C8B-B14F-4D97-AF65-F5344CB8AC3E}">
        <p14:creationId xmlns:p14="http://schemas.microsoft.com/office/powerpoint/2010/main" val="3456926024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Sketchy_SerifHand">
      <a:majorFont>
        <a:latin typeface="Modern Love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Macintosh PowerPoint</Application>
  <PresentationFormat>Breitbild</PresentationFormat>
  <Paragraphs>58</Paragraphs>
  <Slides>20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6" baseType="lpstr">
      <vt:lpstr>Arial</vt:lpstr>
      <vt:lpstr>Calibri</vt:lpstr>
      <vt:lpstr>Modern Love</vt:lpstr>
      <vt:lpstr>The Hand</vt:lpstr>
      <vt:lpstr>Ubuntu</vt:lpstr>
      <vt:lpstr>SketchyVTI</vt:lpstr>
      <vt:lpstr>Schön, dass Du da bist!</vt:lpstr>
      <vt:lpstr>Was machen wir?</vt:lpstr>
      <vt:lpstr>Probleme?</vt:lpstr>
      <vt:lpstr>Regeln</vt:lpstr>
      <vt:lpstr>Kurze Wiederholung</vt:lpstr>
      <vt:lpstr>Schleife in Schleife</vt:lpstr>
      <vt:lpstr>Tipp: Jedes DO braucht ein END</vt:lpstr>
      <vt:lpstr>Tipp: Einrücken!</vt:lpstr>
      <vt:lpstr>Tipp: Endlos!</vt:lpstr>
      <vt:lpstr>Welcher Satz  ist leichter zu lesen?</vt:lpstr>
      <vt:lpstr>Tipp: Sauber Programmieren</vt:lpstr>
      <vt:lpstr>Mähen ohne Zählen?</vt:lpstr>
      <vt:lpstr>Wenn… dann!</vt:lpstr>
      <vt:lpstr>Verwechslungsgefahr…</vt:lpstr>
      <vt:lpstr>Level 1</vt:lpstr>
      <vt:lpstr>Aufgabe 2: (Profi-Level)</vt:lpstr>
      <vt:lpstr>Deine Aufgaben: Automatisch</vt:lpstr>
      <vt:lpstr>Lösung:  Bibliothek</vt:lpstr>
      <vt:lpstr>Feedback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Schön, dass Du da bist!</dc:title>
  <dc:creator>23386</dc:creator>
  <cp:lastModifiedBy>23386</cp:lastModifiedBy>
  <cp:revision>40</cp:revision>
  <dcterms:created xsi:type="dcterms:W3CDTF">2021-01-19T15:46:41Z</dcterms:created>
  <dcterms:modified xsi:type="dcterms:W3CDTF">2023-11-14T15:19:07Z</dcterms:modified>
</cp:coreProperties>
</file>